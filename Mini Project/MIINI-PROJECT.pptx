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2" r:id="rId4"/>
  </p:sldMasterIdLst>
  <p:sldIdLst>
    <p:sldId id="276" r:id="rId5"/>
    <p:sldId id="275" r:id="rId6"/>
    <p:sldId id="257" r:id="rId7"/>
    <p:sldId id="274" r:id="rId8"/>
    <p:sldId id="258" r:id="rId9"/>
    <p:sldId id="265" r:id="rId10"/>
    <p:sldId id="259" r:id="rId11"/>
    <p:sldId id="260" r:id="rId12"/>
    <p:sldId id="261" r:id="rId13"/>
    <p:sldId id="263" r:id="rId14"/>
    <p:sldId id="266" r:id="rId15"/>
    <p:sldId id="26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5DAFF7-E088-4CD5-B4C8-2CF29FB16F7F}" v="2" dt="2024-12-23T18:37:45.0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eet Kumar" userId="87495481-46a6-4d96-9027-52ff558f1186" providerId="ADAL" clId="{B95DAFF7-E088-4CD5-B4C8-2CF29FB16F7F}"/>
    <pc:docChg chg="modSld">
      <pc:chgData name="Vineet Kumar" userId="87495481-46a6-4d96-9027-52ff558f1186" providerId="ADAL" clId="{B95DAFF7-E088-4CD5-B4C8-2CF29FB16F7F}" dt="2024-12-23T18:37:34.998" v="0"/>
      <pc:docMkLst>
        <pc:docMk/>
      </pc:docMkLst>
      <pc:sldChg chg="modAnim">
        <pc:chgData name="Vineet Kumar" userId="87495481-46a6-4d96-9027-52ff558f1186" providerId="ADAL" clId="{B95DAFF7-E088-4CD5-B4C8-2CF29FB16F7F}" dt="2024-12-23T18:37:34.998" v="0"/>
        <pc:sldMkLst>
          <pc:docMk/>
          <pc:sldMk cId="3885648039" sldId="264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DC6BA5-BE52-442E-84EE-F84DD44716AB}" type="doc">
      <dgm:prSet loTypeId="urn:microsoft.com/office/officeart/2005/8/layout/vList5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1853F96-392D-4AAB-840A-B46964FEF250}">
      <dgm:prSet/>
      <dgm:spPr/>
      <dgm:t>
        <a:bodyPr/>
        <a:lstStyle/>
        <a:p>
          <a:r>
            <a:rPr lang="en-IN" dirty="0">
              <a:latin typeface="Algerian" panose="04020705040A02060702" pitchFamily="82" charset="0"/>
            </a:rPr>
            <a:t>Introduction</a:t>
          </a:r>
        </a:p>
      </dgm:t>
    </dgm:pt>
    <dgm:pt modelId="{1649D33A-0F6D-4153-9E6B-E2D1E96FA7C4}" type="parTrans" cxnId="{93A221DC-B918-452D-A0E7-0152BEA39E33}">
      <dgm:prSet/>
      <dgm:spPr/>
      <dgm:t>
        <a:bodyPr/>
        <a:lstStyle/>
        <a:p>
          <a:endParaRPr lang="en-IN"/>
        </a:p>
      </dgm:t>
    </dgm:pt>
    <dgm:pt modelId="{B5257EDE-260A-4426-9F97-918DF8A19C2E}" type="sibTrans" cxnId="{93A221DC-B918-452D-A0E7-0152BEA39E33}">
      <dgm:prSet/>
      <dgm:spPr/>
      <dgm:t>
        <a:bodyPr/>
        <a:lstStyle/>
        <a:p>
          <a:endParaRPr lang="en-IN"/>
        </a:p>
      </dgm:t>
    </dgm:pt>
    <dgm:pt modelId="{3A96CBFB-7E65-4ACD-8042-C798F2A27241}" type="pres">
      <dgm:prSet presAssocID="{26DC6BA5-BE52-442E-84EE-F84DD44716AB}" presName="Name0" presStyleCnt="0">
        <dgm:presLayoutVars>
          <dgm:dir/>
          <dgm:animLvl val="lvl"/>
          <dgm:resizeHandles val="exact"/>
        </dgm:presLayoutVars>
      </dgm:prSet>
      <dgm:spPr/>
    </dgm:pt>
    <dgm:pt modelId="{FA710108-778E-46D6-8EFB-45AB98C00F28}" type="pres">
      <dgm:prSet presAssocID="{01853F96-392D-4AAB-840A-B46964FEF250}" presName="linNode" presStyleCnt="0"/>
      <dgm:spPr/>
    </dgm:pt>
    <dgm:pt modelId="{71A4F5DD-609B-4600-B6C6-D767A2F61A5C}" type="pres">
      <dgm:prSet presAssocID="{01853F96-392D-4AAB-840A-B46964FEF250}" presName="parentText" presStyleLbl="node1" presStyleIdx="0" presStyleCnt="1" custScaleX="222110">
        <dgm:presLayoutVars>
          <dgm:chMax val="1"/>
          <dgm:bulletEnabled val="1"/>
        </dgm:presLayoutVars>
      </dgm:prSet>
      <dgm:spPr/>
    </dgm:pt>
  </dgm:ptLst>
  <dgm:cxnLst>
    <dgm:cxn modelId="{127E7897-B154-4D5A-A252-41BA1F180883}" type="presOf" srcId="{26DC6BA5-BE52-442E-84EE-F84DD44716AB}" destId="{3A96CBFB-7E65-4ACD-8042-C798F2A27241}" srcOrd="0" destOrd="0" presId="urn:microsoft.com/office/officeart/2005/8/layout/vList5"/>
    <dgm:cxn modelId="{93A221DC-B918-452D-A0E7-0152BEA39E33}" srcId="{26DC6BA5-BE52-442E-84EE-F84DD44716AB}" destId="{01853F96-392D-4AAB-840A-B46964FEF250}" srcOrd="0" destOrd="0" parTransId="{1649D33A-0F6D-4153-9E6B-E2D1E96FA7C4}" sibTransId="{B5257EDE-260A-4426-9F97-918DF8A19C2E}"/>
    <dgm:cxn modelId="{E2DED2DE-72F0-4CA1-AE4B-2487F66AEA90}" type="presOf" srcId="{01853F96-392D-4AAB-840A-B46964FEF250}" destId="{71A4F5DD-609B-4600-B6C6-D767A2F61A5C}" srcOrd="0" destOrd="0" presId="urn:microsoft.com/office/officeart/2005/8/layout/vList5"/>
    <dgm:cxn modelId="{3EAD9DA3-FBF9-47F2-BFAC-BF17DA88F402}" type="presParOf" srcId="{3A96CBFB-7E65-4ACD-8042-C798F2A27241}" destId="{FA710108-778E-46D6-8EFB-45AB98C00F28}" srcOrd="0" destOrd="0" presId="urn:microsoft.com/office/officeart/2005/8/layout/vList5"/>
    <dgm:cxn modelId="{DC0ED946-3AA1-4361-851D-8F850BE18E3F}" type="presParOf" srcId="{FA710108-778E-46D6-8EFB-45AB98C00F28}" destId="{71A4F5DD-609B-4600-B6C6-D767A2F61A5C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54A61B-D7D4-4DB3-ACAF-34F6038C87D0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835E5E1-A01A-435A-91F5-8C1384675DE2}">
      <dgm:prSet/>
      <dgm:spPr/>
      <dgm:t>
        <a:bodyPr/>
        <a:lstStyle/>
        <a:p>
          <a:r>
            <a:rPr lang="en-US" b="1"/>
            <a:t>Objective</a:t>
          </a:r>
          <a:r>
            <a:rPr lang="en-US"/>
            <a:t>:</a:t>
          </a:r>
          <a:endParaRPr lang="en-IN"/>
        </a:p>
      </dgm:t>
    </dgm:pt>
    <dgm:pt modelId="{EECDBC5B-400C-4692-A6AE-4353A1B37FF5}" type="parTrans" cxnId="{9CF7B99E-CF59-4ED2-8903-EDDFCD3768A1}">
      <dgm:prSet/>
      <dgm:spPr/>
      <dgm:t>
        <a:bodyPr/>
        <a:lstStyle/>
        <a:p>
          <a:endParaRPr lang="en-IN"/>
        </a:p>
      </dgm:t>
    </dgm:pt>
    <dgm:pt modelId="{361FEF6B-8347-4E0C-A0DA-3BB1FD3E3C14}" type="sibTrans" cxnId="{9CF7B99E-CF59-4ED2-8903-EDDFCD3768A1}">
      <dgm:prSet/>
      <dgm:spPr/>
      <dgm:t>
        <a:bodyPr/>
        <a:lstStyle/>
        <a:p>
          <a:endParaRPr lang="en-IN"/>
        </a:p>
      </dgm:t>
    </dgm:pt>
    <dgm:pt modelId="{E286A910-1FF5-41DC-AB75-F8A927FA150E}">
      <dgm:prSet/>
      <dgm:spPr/>
      <dgm:t>
        <a:bodyPr/>
        <a:lstStyle/>
        <a:p>
          <a:r>
            <a:rPr lang="en-US" dirty="0"/>
            <a:t>Provide a seamless online platform for customers to explore and book travel services anytime, anywhere.</a:t>
          </a:r>
          <a:endParaRPr lang="en-IN" dirty="0"/>
        </a:p>
      </dgm:t>
    </dgm:pt>
    <dgm:pt modelId="{15B03FC9-D610-4D02-A437-90F840F248E6}" type="parTrans" cxnId="{FC8940C0-ED95-41BB-B77D-2241F2D21EC1}">
      <dgm:prSet/>
      <dgm:spPr/>
      <dgm:t>
        <a:bodyPr/>
        <a:lstStyle/>
        <a:p>
          <a:endParaRPr lang="en-IN"/>
        </a:p>
      </dgm:t>
    </dgm:pt>
    <dgm:pt modelId="{276224D3-51DA-4B73-81AE-B9D349A9AE76}" type="sibTrans" cxnId="{FC8940C0-ED95-41BB-B77D-2241F2D21EC1}">
      <dgm:prSet/>
      <dgm:spPr/>
      <dgm:t>
        <a:bodyPr/>
        <a:lstStyle/>
        <a:p>
          <a:endParaRPr lang="en-IN"/>
        </a:p>
      </dgm:t>
    </dgm:pt>
    <dgm:pt modelId="{F2DE0EBA-A115-4783-A738-BA60B372BAAB}">
      <dgm:prSet/>
      <dgm:spPr/>
      <dgm:t>
        <a:bodyPr/>
        <a:lstStyle/>
        <a:p>
          <a:r>
            <a:rPr lang="en-US" b="1"/>
            <a:t>Purpose</a:t>
          </a:r>
          <a:r>
            <a:rPr lang="en-US"/>
            <a:t>:</a:t>
          </a:r>
          <a:endParaRPr lang="en-IN"/>
        </a:p>
      </dgm:t>
    </dgm:pt>
    <dgm:pt modelId="{8C7446A1-424C-4A9C-A4E6-A5814D20F503}" type="parTrans" cxnId="{ECE4DD60-E2EF-4BCA-85F9-D642FFBE2689}">
      <dgm:prSet/>
      <dgm:spPr/>
      <dgm:t>
        <a:bodyPr/>
        <a:lstStyle/>
        <a:p>
          <a:endParaRPr lang="en-IN"/>
        </a:p>
      </dgm:t>
    </dgm:pt>
    <dgm:pt modelId="{53592047-B19B-4F13-A969-658B4CC37DB0}" type="sibTrans" cxnId="{ECE4DD60-E2EF-4BCA-85F9-D642FFBE2689}">
      <dgm:prSet/>
      <dgm:spPr/>
      <dgm:t>
        <a:bodyPr/>
        <a:lstStyle/>
        <a:p>
          <a:endParaRPr lang="en-IN"/>
        </a:p>
      </dgm:t>
    </dgm:pt>
    <dgm:pt modelId="{A82B6A6D-DAAC-40D5-BB0B-7F6998EEAD97}">
      <dgm:prSet/>
      <dgm:spPr/>
      <dgm:t>
        <a:bodyPr/>
        <a:lstStyle/>
        <a:p>
          <a:r>
            <a:rPr lang="en-IN" dirty="0"/>
            <a:t>Highlight the travel agency’s offerings, including tour packages, customized itineraries, and other travel-related services.</a:t>
          </a:r>
        </a:p>
      </dgm:t>
    </dgm:pt>
    <dgm:pt modelId="{0870090C-CD24-42A5-A23A-C1BC136404BC}" type="parTrans" cxnId="{2C937EA4-AE77-4D82-9356-EEFF026671C1}">
      <dgm:prSet/>
      <dgm:spPr/>
      <dgm:t>
        <a:bodyPr/>
        <a:lstStyle/>
        <a:p>
          <a:endParaRPr lang="en-IN"/>
        </a:p>
      </dgm:t>
    </dgm:pt>
    <dgm:pt modelId="{09F8D700-4898-40F8-A51C-51F99743875E}" type="sibTrans" cxnId="{2C937EA4-AE77-4D82-9356-EEFF026671C1}">
      <dgm:prSet/>
      <dgm:spPr/>
      <dgm:t>
        <a:bodyPr/>
        <a:lstStyle/>
        <a:p>
          <a:endParaRPr lang="en-IN"/>
        </a:p>
      </dgm:t>
    </dgm:pt>
    <dgm:pt modelId="{90921C73-4D45-4948-A767-E7199EF12FE9}">
      <dgm:prSet/>
      <dgm:spPr/>
      <dgm:t>
        <a:bodyPr/>
        <a:lstStyle/>
        <a:p>
          <a:r>
            <a:rPr lang="en-IN" dirty="0"/>
            <a:t>Simplify the booking process with secure payment gateways and instant confirmations.</a:t>
          </a:r>
        </a:p>
      </dgm:t>
    </dgm:pt>
    <dgm:pt modelId="{EB1B4854-EE44-49B4-929F-8C0DE2F03034}" type="parTrans" cxnId="{960210CD-15BC-49CC-8C4B-05B87306BBAC}">
      <dgm:prSet/>
      <dgm:spPr/>
      <dgm:t>
        <a:bodyPr/>
        <a:lstStyle/>
        <a:p>
          <a:endParaRPr lang="en-IN"/>
        </a:p>
      </dgm:t>
    </dgm:pt>
    <dgm:pt modelId="{650FBD08-D362-438D-8C45-8777D47BC118}" type="sibTrans" cxnId="{960210CD-15BC-49CC-8C4B-05B87306BBAC}">
      <dgm:prSet/>
      <dgm:spPr/>
      <dgm:t>
        <a:bodyPr/>
        <a:lstStyle/>
        <a:p>
          <a:endParaRPr lang="en-IN"/>
        </a:p>
      </dgm:t>
    </dgm:pt>
    <dgm:pt modelId="{F84F61C5-70CA-49BB-8263-16DE93E356AB}" type="pres">
      <dgm:prSet presAssocID="{CC54A61B-D7D4-4DB3-ACAF-34F6038C87D0}" presName="Name0" presStyleCnt="0">
        <dgm:presLayoutVars>
          <dgm:dir/>
          <dgm:animLvl val="lvl"/>
          <dgm:resizeHandles val="exact"/>
        </dgm:presLayoutVars>
      </dgm:prSet>
      <dgm:spPr/>
    </dgm:pt>
    <dgm:pt modelId="{99296014-0733-4C63-936F-E3E02BBA4D93}" type="pres">
      <dgm:prSet presAssocID="{D835E5E1-A01A-435A-91F5-8C1384675DE2}" presName="linNode" presStyleCnt="0"/>
      <dgm:spPr/>
    </dgm:pt>
    <dgm:pt modelId="{5B731B2E-85EC-4FC2-945B-3D46EBE2D3CC}" type="pres">
      <dgm:prSet presAssocID="{D835E5E1-A01A-435A-91F5-8C1384675DE2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2844247B-3950-42A9-873E-E8C29388A937}" type="pres">
      <dgm:prSet presAssocID="{D835E5E1-A01A-435A-91F5-8C1384675DE2}" presName="descendantText" presStyleLbl="alignAccFollowNode1" presStyleIdx="0" presStyleCnt="2">
        <dgm:presLayoutVars>
          <dgm:bulletEnabled val="1"/>
        </dgm:presLayoutVars>
      </dgm:prSet>
      <dgm:spPr/>
    </dgm:pt>
    <dgm:pt modelId="{F0B332C6-BC45-46F6-9D2E-5C12C266562A}" type="pres">
      <dgm:prSet presAssocID="{361FEF6B-8347-4E0C-A0DA-3BB1FD3E3C14}" presName="sp" presStyleCnt="0"/>
      <dgm:spPr/>
    </dgm:pt>
    <dgm:pt modelId="{A20C2830-A80A-4768-A761-A59261E355CA}" type="pres">
      <dgm:prSet presAssocID="{F2DE0EBA-A115-4783-A738-BA60B372BAAB}" presName="linNode" presStyleCnt="0"/>
      <dgm:spPr/>
    </dgm:pt>
    <dgm:pt modelId="{72A02E43-9B18-4D6C-84F8-09712F1C0956}" type="pres">
      <dgm:prSet presAssocID="{F2DE0EBA-A115-4783-A738-BA60B372BAAB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8787FC8F-1E6A-4511-80EF-35EA951D7017}" type="pres">
      <dgm:prSet presAssocID="{F2DE0EBA-A115-4783-A738-BA60B372BAAB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C27E9C32-1E10-4BD8-A7B7-A31822BFBF8D}" type="presOf" srcId="{A82B6A6D-DAAC-40D5-BB0B-7F6998EEAD97}" destId="{8787FC8F-1E6A-4511-80EF-35EA951D7017}" srcOrd="0" destOrd="0" presId="urn:microsoft.com/office/officeart/2005/8/layout/vList5"/>
    <dgm:cxn modelId="{ECE4DD60-E2EF-4BCA-85F9-D642FFBE2689}" srcId="{CC54A61B-D7D4-4DB3-ACAF-34F6038C87D0}" destId="{F2DE0EBA-A115-4783-A738-BA60B372BAAB}" srcOrd="1" destOrd="0" parTransId="{8C7446A1-424C-4A9C-A4E6-A5814D20F503}" sibTransId="{53592047-B19B-4F13-A969-658B4CC37DB0}"/>
    <dgm:cxn modelId="{99506D4F-3C29-4850-AE01-0CAB35AF92C9}" type="presOf" srcId="{F2DE0EBA-A115-4783-A738-BA60B372BAAB}" destId="{72A02E43-9B18-4D6C-84F8-09712F1C0956}" srcOrd="0" destOrd="0" presId="urn:microsoft.com/office/officeart/2005/8/layout/vList5"/>
    <dgm:cxn modelId="{448A2486-8345-4620-8A2C-7E1873C18124}" type="presOf" srcId="{CC54A61B-D7D4-4DB3-ACAF-34F6038C87D0}" destId="{F84F61C5-70CA-49BB-8263-16DE93E356AB}" srcOrd="0" destOrd="0" presId="urn:microsoft.com/office/officeart/2005/8/layout/vList5"/>
    <dgm:cxn modelId="{464CF094-56DC-4BA7-B3D6-DCA1A13533D4}" type="presOf" srcId="{D835E5E1-A01A-435A-91F5-8C1384675DE2}" destId="{5B731B2E-85EC-4FC2-945B-3D46EBE2D3CC}" srcOrd="0" destOrd="0" presId="urn:microsoft.com/office/officeart/2005/8/layout/vList5"/>
    <dgm:cxn modelId="{9CF7B99E-CF59-4ED2-8903-EDDFCD3768A1}" srcId="{CC54A61B-D7D4-4DB3-ACAF-34F6038C87D0}" destId="{D835E5E1-A01A-435A-91F5-8C1384675DE2}" srcOrd="0" destOrd="0" parTransId="{EECDBC5B-400C-4692-A6AE-4353A1B37FF5}" sibTransId="{361FEF6B-8347-4E0C-A0DA-3BB1FD3E3C14}"/>
    <dgm:cxn modelId="{2C937EA4-AE77-4D82-9356-EEFF026671C1}" srcId="{F2DE0EBA-A115-4783-A738-BA60B372BAAB}" destId="{A82B6A6D-DAAC-40D5-BB0B-7F6998EEAD97}" srcOrd="0" destOrd="0" parTransId="{0870090C-CD24-42A5-A23A-C1BC136404BC}" sibTransId="{09F8D700-4898-40F8-A51C-51F99743875E}"/>
    <dgm:cxn modelId="{497267BE-94AA-4EB0-8A53-B4BD5FC45A20}" type="presOf" srcId="{90921C73-4D45-4948-A767-E7199EF12FE9}" destId="{8787FC8F-1E6A-4511-80EF-35EA951D7017}" srcOrd="0" destOrd="1" presId="urn:microsoft.com/office/officeart/2005/8/layout/vList5"/>
    <dgm:cxn modelId="{FC8940C0-ED95-41BB-B77D-2241F2D21EC1}" srcId="{D835E5E1-A01A-435A-91F5-8C1384675DE2}" destId="{E286A910-1FF5-41DC-AB75-F8A927FA150E}" srcOrd="0" destOrd="0" parTransId="{15B03FC9-D610-4D02-A437-90F840F248E6}" sibTransId="{276224D3-51DA-4B73-81AE-B9D349A9AE76}"/>
    <dgm:cxn modelId="{960210CD-15BC-49CC-8C4B-05B87306BBAC}" srcId="{F2DE0EBA-A115-4783-A738-BA60B372BAAB}" destId="{90921C73-4D45-4948-A767-E7199EF12FE9}" srcOrd="1" destOrd="0" parTransId="{EB1B4854-EE44-49B4-929F-8C0DE2F03034}" sibTransId="{650FBD08-D362-438D-8C45-8777D47BC118}"/>
    <dgm:cxn modelId="{C67020E7-9573-4BD2-8E86-DA08D58D8129}" type="presOf" srcId="{E286A910-1FF5-41DC-AB75-F8A927FA150E}" destId="{2844247B-3950-42A9-873E-E8C29388A937}" srcOrd="0" destOrd="0" presId="urn:microsoft.com/office/officeart/2005/8/layout/vList5"/>
    <dgm:cxn modelId="{C57C3620-035B-49FD-9F4A-53B4944A5276}" type="presParOf" srcId="{F84F61C5-70CA-49BB-8263-16DE93E356AB}" destId="{99296014-0733-4C63-936F-E3E02BBA4D93}" srcOrd="0" destOrd="0" presId="urn:microsoft.com/office/officeart/2005/8/layout/vList5"/>
    <dgm:cxn modelId="{3AAB394C-0D20-45CB-80D4-D3CCE171C09A}" type="presParOf" srcId="{99296014-0733-4C63-936F-E3E02BBA4D93}" destId="{5B731B2E-85EC-4FC2-945B-3D46EBE2D3CC}" srcOrd="0" destOrd="0" presId="urn:microsoft.com/office/officeart/2005/8/layout/vList5"/>
    <dgm:cxn modelId="{E2036E1C-452E-406B-B3F8-10AF8F9372CD}" type="presParOf" srcId="{99296014-0733-4C63-936F-E3E02BBA4D93}" destId="{2844247B-3950-42A9-873E-E8C29388A937}" srcOrd="1" destOrd="0" presId="urn:microsoft.com/office/officeart/2005/8/layout/vList5"/>
    <dgm:cxn modelId="{AD9D574A-C016-4965-9438-B230C06962C7}" type="presParOf" srcId="{F84F61C5-70CA-49BB-8263-16DE93E356AB}" destId="{F0B332C6-BC45-46F6-9D2E-5C12C266562A}" srcOrd="1" destOrd="0" presId="urn:microsoft.com/office/officeart/2005/8/layout/vList5"/>
    <dgm:cxn modelId="{FC050B0A-7191-4D56-8485-46665FC775D6}" type="presParOf" srcId="{F84F61C5-70CA-49BB-8263-16DE93E356AB}" destId="{A20C2830-A80A-4768-A761-A59261E355CA}" srcOrd="2" destOrd="0" presId="urn:microsoft.com/office/officeart/2005/8/layout/vList5"/>
    <dgm:cxn modelId="{5B4D5BF4-386A-4ACC-8126-D838B4A37C41}" type="presParOf" srcId="{A20C2830-A80A-4768-A761-A59261E355CA}" destId="{72A02E43-9B18-4D6C-84F8-09712F1C0956}" srcOrd="0" destOrd="0" presId="urn:microsoft.com/office/officeart/2005/8/layout/vList5"/>
    <dgm:cxn modelId="{730B5E68-1B34-4791-9DD9-974C63158063}" type="presParOf" srcId="{A20C2830-A80A-4768-A761-A59261E355CA}" destId="{8787FC8F-1E6A-4511-80EF-35EA951D701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A4F5DD-609B-4600-B6C6-D767A2F61A5C}">
      <dsp:nvSpPr>
        <dsp:cNvPr id="0" name=""/>
        <dsp:cNvSpPr/>
      </dsp:nvSpPr>
      <dsp:spPr>
        <a:xfrm>
          <a:off x="1015189" y="0"/>
          <a:ext cx="8101046" cy="145626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80000"/>
                <a:lumMod val="10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3840" tIns="121920" rIns="243840" bIns="121920" numCol="1" spcCol="1270" anchor="ctr" anchorCtr="0">
          <a:noAutofit/>
        </a:bodyPr>
        <a:lstStyle/>
        <a:p>
          <a:pPr marL="0" lvl="0" indent="0" algn="ctr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400" kern="1200" dirty="0">
              <a:latin typeface="Algerian" panose="04020705040A02060702" pitchFamily="82" charset="0"/>
            </a:rPr>
            <a:t>Introduction</a:t>
          </a:r>
        </a:p>
      </dsp:txBody>
      <dsp:txXfrm>
        <a:off x="1086278" y="71089"/>
        <a:ext cx="7958868" cy="13140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44247B-3950-42A9-873E-E8C29388A937}">
      <dsp:nvSpPr>
        <dsp:cNvPr id="0" name=""/>
        <dsp:cNvSpPr/>
      </dsp:nvSpPr>
      <dsp:spPr>
        <a:xfrm rot="5400000">
          <a:off x="6466882" y="-2490097"/>
          <a:ext cx="1419267" cy="675436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Provide a seamless online platform for customers to explore and book travel services anytime, anywhere.</a:t>
          </a:r>
          <a:endParaRPr lang="en-IN" sz="1600" kern="1200" dirty="0"/>
        </a:p>
      </dsp:txBody>
      <dsp:txXfrm rot="-5400000">
        <a:off x="3799332" y="246736"/>
        <a:ext cx="6685085" cy="1280701"/>
      </dsp:txXfrm>
    </dsp:sp>
    <dsp:sp modelId="{5B731B2E-85EC-4FC2-945B-3D46EBE2D3CC}">
      <dsp:nvSpPr>
        <dsp:cNvPr id="0" name=""/>
        <dsp:cNvSpPr/>
      </dsp:nvSpPr>
      <dsp:spPr>
        <a:xfrm>
          <a:off x="0" y="44"/>
          <a:ext cx="3799332" cy="17740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89535" rIns="179070" bIns="8953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b="1" kern="1200"/>
            <a:t>Objective</a:t>
          </a:r>
          <a:r>
            <a:rPr lang="en-US" sz="4700" kern="1200"/>
            <a:t>:</a:t>
          </a:r>
          <a:endParaRPr lang="en-IN" sz="4700" kern="1200"/>
        </a:p>
      </dsp:txBody>
      <dsp:txXfrm>
        <a:off x="86604" y="86648"/>
        <a:ext cx="3626124" cy="1600876"/>
      </dsp:txXfrm>
    </dsp:sp>
    <dsp:sp modelId="{8787FC8F-1E6A-4511-80EF-35EA951D7017}">
      <dsp:nvSpPr>
        <dsp:cNvPr id="0" name=""/>
        <dsp:cNvSpPr/>
      </dsp:nvSpPr>
      <dsp:spPr>
        <a:xfrm rot="5400000">
          <a:off x="6466882" y="-627307"/>
          <a:ext cx="1419267" cy="675436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/>
            <a:t>Highlight the travel agency’s offerings, including tour packages, customized itineraries, and other travel-related services.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/>
            <a:t>Simplify the booking process with secure payment gateways and instant confirmations.</a:t>
          </a:r>
        </a:p>
      </dsp:txBody>
      <dsp:txXfrm rot="-5400000">
        <a:off x="3799332" y="2109526"/>
        <a:ext cx="6685085" cy="1280701"/>
      </dsp:txXfrm>
    </dsp:sp>
    <dsp:sp modelId="{72A02E43-9B18-4D6C-84F8-09712F1C0956}">
      <dsp:nvSpPr>
        <dsp:cNvPr id="0" name=""/>
        <dsp:cNvSpPr/>
      </dsp:nvSpPr>
      <dsp:spPr>
        <a:xfrm>
          <a:off x="0" y="1862833"/>
          <a:ext cx="3799332" cy="17740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89535" rIns="179070" bIns="8953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b="1" kern="1200"/>
            <a:t>Purpose</a:t>
          </a:r>
          <a:r>
            <a:rPr lang="en-US" sz="4700" kern="1200"/>
            <a:t>:</a:t>
          </a:r>
          <a:endParaRPr lang="en-IN" sz="4700" kern="1200"/>
        </a:p>
      </dsp:txBody>
      <dsp:txXfrm>
        <a:off x="86604" y="1949437"/>
        <a:ext cx="3626124" cy="16008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6BAA-4579-4E31-A320-863A92981B37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850C-2199-4BFE-BD27-72612C204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4221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6BAA-4579-4E31-A320-863A92981B37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850C-2199-4BFE-BD27-72612C204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378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6BAA-4579-4E31-A320-863A92981B37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850C-2199-4BFE-BD27-72612C204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106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6BAA-4579-4E31-A320-863A92981B37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850C-2199-4BFE-BD27-72612C204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2242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6BAA-4579-4E31-A320-863A92981B37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850C-2199-4BFE-BD27-72612C204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7400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6BAA-4579-4E31-A320-863A92981B37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850C-2199-4BFE-BD27-72612C204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185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6BAA-4579-4E31-A320-863A92981B37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850C-2199-4BFE-BD27-72612C204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477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6BAA-4579-4E31-A320-863A92981B37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850C-2199-4BFE-BD27-72612C204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101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054F6BAA-4579-4E31-A320-863A92981B37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96E850C-2199-4BFE-BD27-72612C204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237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6BAA-4579-4E31-A320-863A92981B37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850C-2199-4BFE-BD27-72612C204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880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6BAA-4579-4E31-A320-863A92981B37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850C-2199-4BFE-BD27-72612C204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538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6BAA-4579-4E31-A320-863A92981B37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850C-2199-4BFE-BD27-72612C204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6902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6BAA-4579-4E31-A320-863A92981B37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850C-2199-4BFE-BD27-72612C204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46617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F6BAA-4579-4E31-A320-863A92981B37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E850C-2199-4BFE-BD27-72612C204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69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54F6BAA-4579-4E31-A320-863A92981B37}" type="datetimeFigureOut">
              <a:rPr lang="en-IN" smtClean="0"/>
              <a:t>23-12-2024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96E850C-2199-4BFE-BD27-72612C2047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13715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  <p:sldLayoutId id="2147483895" r:id="rId13"/>
    <p:sldLayoutId id="2147483896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3schools.com/" TargetMode="External"/><Relationship Id="rId2" Type="http://schemas.openxmlformats.org/officeDocument/2006/relationships/hyperlink" Target="https://developer.mozilla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ED03F-F560-8B4F-54DB-E1A59B6F3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02" y="491613"/>
            <a:ext cx="10571998" cy="1417638"/>
          </a:xfrm>
        </p:spPr>
        <p:txBody>
          <a:bodyPr/>
          <a:lstStyle/>
          <a:p>
            <a:pPr eaLnBrk="1" hangingPunct="1">
              <a:lnSpc>
                <a:spcPct val="85000"/>
              </a:lnSpc>
              <a:spcBef>
                <a:spcPct val="0"/>
              </a:spcBef>
            </a:pPr>
            <a:r>
              <a:rPr lang="en-US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ABES Engineering College, Ghaziabad</a:t>
            </a:r>
            <a:br>
              <a:rPr lang="en-US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  <a:r>
              <a:rPr lang="en-I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Technology </a:t>
            </a:r>
            <a:br>
              <a:rPr lang="en-US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FC57C-731E-57C3-D8A8-8EE00E850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6635" y="1774722"/>
            <a:ext cx="10554574" cy="5083278"/>
          </a:xfrm>
        </p:spPr>
        <p:txBody>
          <a:bodyPr>
            <a:noAutofit/>
          </a:bodyPr>
          <a:lstStyle/>
          <a:p>
            <a:endParaRPr lang="en-US" altLang="en-US" sz="24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="1" dirty="0">
                <a:latin typeface="Cooper Black" panose="0208090404030B020404" pitchFamily="18" charset="0"/>
                <a:cs typeface="Times New Roman" panose="02020603050405020304" pitchFamily="18" charset="0"/>
              </a:rPr>
              <a:t>Mini-Project Presentation-1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b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b="1" dirty="0">
                <a:latin typeface="Cooper Black" panose="0208090404030B020404" pitchFamily="18" charset="0"/>
                <a:cs typeface="Times New Roman" panose="02020603050405020304" pitchFamily="18" charset="0"/>
              </a:rPr>
              <a:t>SESSION 2024-25</a:t>
            </a:r>
            <a:br>
              <a:rPr lang="en-US" altLang="en-US" sz="2400" b="1" dirty="0">
                <a:latin typeface="Cooper Black" panose="0208090404030B020404" pitchFamily="18" charset="0"/>
                <a:cs typeface="Times New Roman" panose="02020603050405020304" pitchFamily="18" charset="0"/>
              </a:rPr>
            </a:br>
            <a:br>
              <a:rPr lang="en-US" altLang="en-US" sz="2400" b="1" dirty="0">
                <a:latin typeface="Cooper Black" panose="0208090404030B020404" pitchFamily="18" charset="0"/>
                <a:cs typeface="Times New Roman" panose="02020603050405020304" pitchFamily="18" charset="0"/>
              </a:rPr>
            </a:br>
            <a:r>
              <a:rPr lang="en-US" altLang="en-US" sz="3600" b="1" dirty="0">
                <a:latin typeface="Cooper Black" panose="0208090404030B020404" pitchFamily="18" charset="0"/>
                <a:cs typeface="Times New Roman" panose="02020603050405020304" pitchFamily="18" charset="0"/>
              </a:rPr>
              <a:t>“TRAVEL INDIA”</a:t>
            </a:r>
            <a:endParaRPr lang="en-US" altLang="en-US" sz="2400" dirty="0">
              <a:latin typeface="Cooper Black" panose="0208090404030B0204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b="1" dirty="0">
                <a:latin typeface="Cooper Black" panose="0208090404030B020404" pitchFamily="18" charset="0"/>
                <a:cs typeface="Times New Roman" panose="02020603050405020304" pitchFamily="18" charset="0"/>
              </a:rPr>
              <a:t> Project guide:  </a:t>
            </a:r>
            <a:r>
              <a:rPr lang="en-US" altLang="en-US" sz="2400" b="1" dirty="0" err="1">
                <a:latin typeface="Cooper Black" panose="0208090404030B020404" pitchFamily="18" charset="0"/>
                <a:cs typeface="Times New Roman" panose="02020603050405020304" pitchFamily="18" charset="0"/>
              </a:rPr>
              <a:t>Mr.Sanjeev</a:t>
            </a:r>
            <a:r>
              <a:rPr lang="en-US" altLang="en-US" sz="2400" b="1" dirty="0">
                <a:latin typeface="Cooper Black" panose="0208090404030B020404" pitchFamily="18" charset="0"/>
                <a:cs typeface="Times New Roman" panose="02020603050405020304" pitchFamily="18" charset="0"/>
              </a:rPr>
              <a:t> Soni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 dirty="0">
                <a:latin typeface="Cooper Black" panose="0208090404030B020404" pitchFamily="18" charset="0"/>
                <a:cs typeface="Times New Roman" panose="02020603050405020304" pitchFamily="18" charset="0"/>
              </a:rPr>
              <a:t>     Name – Vineet Kumar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 dirty="0">
                <a:latin typeface="Cooper Black" panose="0208090404030B020404" pitchFamily="18" charset="0"/>
                <a:cs typeface="Times New Roman" panose="02020603050405020304" pitchFamily="18" charset="0"/>
              </a:rPr>
              <a:t>		Roll No. - 2300320130283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400" b="1" dirty="0">
                <a:latin typeface="Cooper Black" panose="0208090404030B020404" pitchFamily="18" charset="0"/>
                <a:cs typeface="Times New Roman" panose="02020603050405020304" pitchFamily="18" charset="0"/>
              </a:rPr>
              <a:t>  		Class &amp; Section – IT-D</a:t>
            </a:r>
            <a:endParaRPr lang="en-US" altLang="en-US" sz="2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/>
              <a:t>      </a:t>
            </a:r>
            <a:r>
              <a:rPr lang="en-IN" sz="2400" b="1" dirty="0">
                <a:latin typeface="Cooper Black" panose="0208090404030B020404" pitchFamily="18" charset="0"/>
              </a:rPr>
              <a:t>Admission No. – 2023b0131120</a:t>
            </a:r>
            <a:endParaRPr lang="en-IN" sz="2400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A26D1845-6358-4245-1C73-ACEF1C07B0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496" y="-57150"/>
            <a:ext cx="1501775" cy="188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ircle: Hollow 4">
            <a:extLst>
              <a:ext uri="{FF2B5EF4-FFF2-40B4-BE49-F238E27FC236}">
                <a16:creationId xmlns:a16="http://schemas.microsoft.com/office/drawing/2014/main" id="{717B6D21-CFBE-2941-0796-57E7F05D614E}"/>
              </a:ext>
            </a:extLst>
          </p:cNvPr>
          <p:cNvSpPr/>
          <p:nvPr/>
        </p:nvSpPr>
        <p:spPr>
          <a:xfrm>
            <a:off x="1620002" y="4828539"/>
            <a:ext cx="238294" cy="235974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Circle: Hollow 6">
            <a:extLst>
              <a:ext uri="{FF2B5EF4-FFF2-40B4-BE49-F238E27FC236}">
                <a16:creationId xmlns:a16="http://schemas.microsoft.com/office/drawing/2014/main" id="{AC18FD5B-39A7-082F-73AD-7FB11159A668}"/>
              </a:ext>
            </a:extLst>
          </p:cNvPr>
          <p:cNvSpPr/>
          <p:nvPr/>
        </p:nvSpPr>
        <p:spPr>
          <a:xfrm>
            <a:off x="1605535" y="3014934"/>
            <a:ext cx="238294" cy="235974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Circle: Hollow 9">
            <a:extLst>
              <a:ext uri="{FF2B5EF4-FFF2-40B4-BE49-F238E27FC236}">
                <a16:creationId xmlns:a16="http://schemas.microsoft.com/office/drawing/2014/main" id="{26BE27E1-B133-B3A0-C7F6-15DD0AA45CF6}"/>
              </a:ext>
            </a:extLst>
          </p:cNvPr>
          <p:cNvSpPr/>
          <p:nvPr/>
        </p:nvSpPr>
        <p:spPr>
          <a:xfrm>
            <a:off x="1619187" y="5285739"/>
            <a:ext cx="238294" cy="235974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1" name="Circle: Hollow 10">
            <a:extLst>
              <a:ext uri="{FF2B5EF4-FFF2-40B4-BE49-F238E27FC236}">
                <a16:creationId xmlns:a16="http://schemas.microsoft.com/office/drawing/2014/main" id="{E656A05B-F1A0-3FE8-1B9E-350BA2891B6B}"/>
              </a:ext>
            </a:extLst>
          </p:cNvPr>
          <p:cNvSpPr/>
          <p:nvPr/>
        </p:nvSpPr>
        <p:spPr>
          <a:xfrm>
            <a:off x="1605535" y="5742939"/>
            <a:ext cx="238294" cy="235974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2" name="Circle: Hollow 11">
            <a:extLst>
              <a:ext uri="{FF2B5EF4-FFF2-40B4-BE49-F238E27FC236}">
                <a16:creationId xmlns:a16="http://schemas.microsoft.com/office/drawing/2014/main" id="{EBA3BB9D-39D3-F06A-AF43-D65D858E4448}"/>
              </a:ext>
            </a:extLst>
          </p:cNvPr>
          <p:cNvSpPr/>
          <p:nvPr/>
        </p:nvSpPr>
        <p:spPr>
          <a:xfrm>
            <a:off x="1605535" y="6229635"/>
            <a:ext cx="238294" cy="235974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68865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3CD3C-96A2-B78E-36CC-02D28290D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8632" y="334297"/>
            <a:ext cx="9474542" cy="1279986"/>
          </a:xfrm>
        </p:spPr>
        <p:txBody>
          <a:bodyPr/>
          <a:lstStyle/>
          <a:p>
            <a:br>
              <a:rPr lang="en-US" altLang="en-IN" sz="6000" dirty="0">
                <a:solidFill>
                  <a:schemeClr val="tx1"/>
                </a:solidFill>
                <a:latin typeface="Algerian" panose="04020705040A02060702" pitchFamily="82" charset="0"/>
                <a:cs typeface="Times New Roman" pitchFamily="18" charset="0"/>
              </a:rPr>
            </a:br>
            <a:br>
              <a:rPr lang="en-IN" sz="6000" dirty="0"/>
            </a:br>
            <a:r>
              <a:rPr lang="en-US" altLang="en-IN" sz="6000" dirty="0">
                <a:solidFill>
                  <a:schemeClr val="tx1"/>
                </a:solidFill>
                <a:latin typeface="Algerian" panose="04020705040A02060702" pitchFamily="82" charset="0"/>
                <a:cs typeface="Times New Roman" pitchFamily="18" charset="0"/>
              </a:rPr>
              <a:t>Contents</a:t>
            </a:r>
            <a:endParaRPr lang="en-IN" sz="6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36ECF-F734-2958-5B4D-30B9C4D41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391" y="2064774"/>
            <a:ext cx="11214970" cy="4374128"/>
          </a:xfrm>
        </p:spPr>
        <p:txBody>
          <a:bodyPr>
            <a:noAutofit/>
          </a:bodyPr>
          <a:lstStyle/>
          <a:p>
            <a:pPr marL="0" indent="0" fontAlgn="auto">
              <a:spcAft>
                <a:spcPts val="0"/>
              </a:spcAft>
              <a:buNone/>
              <a:defRPr/>
            </a:pPr>
            <a:endParaRPr lang="en-US" altLang="en-IN" sz="3200" u="sng" dirty="0">
              <a:solidFill>
                <a:schemeClr val="tx1"/>
              </a:solidFill>
              <a:latin typeface="Cooper Black" panose="0208090404030B020404" pitchFamily="18" charset="0"/>
              <a:cs typeface="Arial Black" panose="020B0A04020102020204" charset="0"/>
            </a:endParaRPr>
          </a:p>
          <a:p>
            <a:pPr marL="0" indent="0" algn="l" fontAlgn="auto">
              <a:spcAft>
                <a:spcPts val="0"/>
              </a:spcAft>
              <a:buNone/>
              <a:defRPr/>
            </a:pPr>
            <a:r>
              <a:rPr lang="en-US" altLang="en-IN" sz="3200" dirty="0">
                <a:latin typeface="Cooper Black" panose="0208090404030B020404" pitchFamily="18" charset="0"/>
                <a:cs typeface="Times New Roman" pitchFamily="18" charset="0"/>
              </a:rPr>
              <a:t>*INRODUCTION*</a:t>
            </a:r>
            <a:endParaRPr lang="en-US" altLang="en-IN" sz="3200" dirty="0">
              <a:solidFill>
                <a:schemeClr val="tx1"/>
              </a:solidFill>
              <a:latin typeface="Cooper Black" panose="0208090404030B020404" pitchFamily="18" charset="0"/>
              <a:cs typeface="Times New Roman" pitchFamily="18" charset="0"/>
            </a:endParaRPr>
          </a:p>
          <a:p>
            <a:pPr marL="457200" indent="-457200" algn="l" fontAlgn="auto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r>
              <a:rPr lang="en-US" altLang="en-IN" sz="3200" dirty="0">
                <a:solidFill>
                  <a:schemeClr val="tx1"/>
                </a:solidFill>
                <a:latin typeface="Cooper Black" panose="0208090404030B020404" pitchFamily="18" charset="0"/>
                <a:cs typeface="Times New Roman" pitchFamily="18" charset="0"/>
              </a:rPr>
              <a:t>Abstract</a:t>
            </a:r>
          </a:p>
          <a:p>
            <a:pPr marL="457200" indent="-457200" algn="l" fontAlgn="auto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r>
              <a:rPr lang="en-US" altLang="en-IN" sz="3200" dirty="0">
                <a:solidFill>
                  <a:schemeClr val="tx1"/>
                </a:solidFill>
                <a:latin typeface="Cooper Black" panose="0208090404030B020404" pitchFamily="18" charset="0"/>
                <a:cs typeface="Times New Roman"/>
              </a:rPr>
              <a:t>Problem statement</a:t>
            </a:r>
          </a:p>
          <a:p>
            <a:pPr marL="457200" indent="-457200" algn="l" fontAlgn="auto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r>
              <a:rPr lang="en-US" altLang="en-IN" sz="3200" dirty="0">
                <a:solidFill>
                  <a:schemeClr val="tx1"/>
                </a:solidFill>
                <a:latin typeface="Cooper Black" panose="0208090404030B020404" pitchFamily="18" charset="0"/>
                <a:cs typeface="Times New Roman" pitchFamily="18" charset="0"/>
              </a:rPr>
              <a:t>Objectives</a:t>
            </a:r>
          </a:p>
          <a:p>
            <a:pPr marL="457200" indent="-457200" algn="l" fontAlgn="auto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r>
              <a:rPr lang="en-US" altLang="en-IN" sz="3200" dirty="0">
                <a:solidFill>
                  <a:schemeClr val="tx1"/>
                </a:solidFill>
                <a:latin typeface="Cooper Black" panose="0208090404030B020404" pitchFamily="18" charset="0"/>
                <a:cs typeface="Times New Roman"/>
              </a:rPr>
              <a:t>Literature Survey</a:t>
            </a:r>
            <a:endParaRPr lang="en-US" altLang="en-IN" sz="3200" dirty="0">
              <a:solidFill>
                <a:schemeClr val="tx1"/>
              </a:solidFill>
              <a:latin typeface="Cooper Black" panose="0208090404030B020404" pitchFamily="18" charset="0"/>
              <a:cs typeface="Times New Roman" pitchFamily="18" charset="0"/>
            </a:endParaRPr>
          </a:p>
          <a:p>
            <a:pPr marL="457200" indent="-457200" algn="l" fontAlgn="auto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r>
              <a:rPr lang="en-US" altLang="en-IN" sz="3200" dirty="0">
                <a:solidFill>
                  <a:schemeClr val="tx1"/>
                </a:solidFill>
                <a:latin typeface="Cooper Black" panose="0208090404030B020404" pitchFamily="18" charset="0"/>
                <a:cs typeface="Times New Roman"/>
              </a:rPr>
              <a:t>Technical Requirements</a:t>
            </a:r>
          </a:p>
          <a:p>
            <a:pPr marL="457200" indent="-457200" algn="l" fontAlgn="auto">
              <a:spcAft>
                <a:spcPts val="0"/>
              </a:spcAft>
              <a:buFont typeface="Arial" panose="020B0604020202020204" pitchFamily="34" charset="0"/>
              <a:buAutoNum type="arabicPeriod"/>
              <a:defRPr/>
            </a:pPr>
            <a:r>
              <a:rPr lang="en-US" altLang="en-IN" sz="3200" dirty="0">
                <a:solidFill>
                  <a:schemeClr val="tx1"/>
                </a:solidFill>
                <a:latin typeface="Cooper Black" panose="0208090404030B020404" pitchFamily="18" charset="0"/>
                <a:cs typeface="Times New Roman"/>
              </a:rPr>
              <a:t>References</a:t>
            </a:r>
            <a:endParaRPr lang="en-US" altLang="en-IN" sz="3200" dirty="0">
              <a:solidFill>
                <a:schemeClr val="tx1"/>
              </a:solidFill>
              <a:latin typeface="Cooper Black" panose="0208090404030B020404" pitchFamily="18" charset="0"/>
            </a:endParaRPr>
          </a:p>
          <a:p>
            <a:endParaRPr lang="en-IN" sz="3200" dirty="0">
              <a:latin typeface="Cooper Black" panose="0208090404030B020404" pitchFamily="18" charset="0"/>
            </a:endParaRP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6852EB17-840A-FD8B-057A-22F3E4F4B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496" y="-37486"/>
            <a:ext cx="1501775" cy="188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03215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196DC5D6-8DC5-6F53-17B2-D7AB0527B66C}"/>
              </a:ext>
            </a:extLst>
          </p:cNvPr>
          <p:cNvGraphicFramePr/>
          <p:nvPr/>
        </p:nvGraphicFramePr>
        <p:xfrm>
          <a:off x="656304" y="270403"/>
          <a:ext cx="10131425" cy="1456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B858541-67BA-83D3-0152-523442F7B6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4912424"/>
              </p:ext>
            </p:extLst>
          </p:nvPr>
        </p:nvGraphicFramePr>
        <p:xfrm>
          <a:off x="819150" y="2222500"/>
          <a:ext cx="10553700" cy="3636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3" name="Picture 5">
            <a:extLst>
              <a:ext uri="{FF2B5EF4-FFF2-40B4-BE49-F238E27FC236}">
                <a16:creationId xmlns:a16="http://schemas.microsoft.com/office/drawing/2014/main" id="{912B78CF-9E7F-7891-845A-43C6245A313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496" y="-37486"/>
            <a:ext cx="1501775" cy="188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731860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Graphic spid="6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40CCB-CEAA-CB7A-3DDE-4265F1EC3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02" y="240891"/>
            <a:ext cx="10571998" cy="1312606"/>
          </a:xfrm>
        </p:spPr>
        <p:txBody>
          <a:bodyPr>
            <a:noAutofit/>
          </a:bodyPr>
          <a:lstStyle/>
          <a:p>
            <a:pPr algn="l"/>
            <a:br>
              <a:rPr lang="en-US" sz="6000" b="1" dirty="0">
                <a:latin typeface="Algerian" panose="04020705040A02060702" pitchFamily="82" charset="0"/>
              </a:rPr>
            </a:br>
            <a:r>
              <a:rPr lang="en-US" sz="6000" b="1" dirty="0">
                <a:latin typeface="Algerian" panose="04020705040A02060702" pitchFamily="82" charset="0"/>
              </a:rPr>
              <a:t>      Abstract</a:t>
            </a:r>
            <a:endParaRPr lang="en-IN" sz="60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5D3E1-E711-3E30-9DAE-0F5648D98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3"/>
            <a:ext cx="10353762" cy="425557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Cooper Black" panose="0208090404030B020404" pitchFamily="18" charset="0"/>
              </a:rPr>
              <a:t>Objective</a:t>
            </a:r>
            <a:r>
              <a:rPr lang="en-US" sz="2400" dirty="0">
                <a:latin typeface="Cooper Black" panose="0208090404030B020404" pitchFamily="18" charset="0"/>
              </a:rPr>
              <a:t>:</a:t>
            </a:r>
            <a:br>
              <a:rPr lang="en-US" sz="2400" dirty="0">
                <a:latin typeface="Cooper Black" panose="0208090404030B020404" pitchFamily="18" charset="0"/>
              </a:rPr>
            </a:br>
            <a:r>
              <a:rPr lang="en-US" sz="2400" dirty="0">
                <a:latin typeface="Cooper Black" panose="0208090404030B020404" pitchFamily="18" charset="0"/>
              </a:rPr>
              <a:t>Reach a broader audience by showcasing the agency’s services and destinations online.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latin typeface="Cooper Black" panose="0208090404030B0204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Cooper Black" panose="0208090404030B020404" pitchFamily="18" charset="0"/>
              </a:rPr>
              <a:t>Key Features</a:t>
            </a:r>
            <a:r>
              <a:rPr lang="en-US" sz="2400" dirty="0">
                <a:latin typeface="Cooper Black" panose="0208090404030B0204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ooper Black" panose="0208090404030B020404" pitchFamily="18" charset="0"/>
              </a:rPr>
              <a:t>Online Booking system.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ooper Black" panose="0208090404030B020404" pitchFamily="18" charset="0"/>
              </a:rPr>
              <a:t>User- Friendly Navigation.</a:t>
            </a:r>
          </a:p>
          <a:p>
            <a:endParaRPr lang="en-IN" sz="2400" dirty="0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71BC16E9-A4F6-D0A5-1BEE-537BE80B90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496" y="-57150"/>
            <a:ext cx="1501775" cy="188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080293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26544-B1D7-26C3-72CE-63BBB7172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7180" y="167149"/>
            <a:ext cx="10131425" cy="1456267"/>
          </a:xfrm>
        </p:spPr>
        <p:txBody>
          <a:bodyPr>
            <a:normAutofit/>
          </a:bodyPr>
          <a:lstStyle/>
          <a:p>
            <a:r>
              <a:rPr lang="en-IN" sz="6000" dirty="0">
                <a:latin typeface="Algerian" panose="04020705040A02060702" pitchFamily="82" charset="0"/>
              </a:rPr>
              <a:t>    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75763-467E-7447-5517-101BED3C0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827856" cy="4242681"/>
          </a:xfrm>
          <a:effectLst>
            <a:outerShdw blurRad="1028700" dist="50800" dir="5400000" sx="99000" sy="99000" algn="ctr" rotWithShape="0">
              <a:srgbClr val="000000">
                <a:alpha val="64000"/>
              </a:srgbClr>
            </a:outerShdw>
          </a:effectLst>
        </p:spPr>
        <p:txBody>
          <a:bodyPr>
            <a:noAutofit/>
          </a:bodyPr>
          <a:lstStyle/>
          <a:p>
            <a:endParaRPr lang="en-US" sz="2400" b="1" dirty="0">
              <a:latin typeface="Cooper Black" panose="0208090404030B0204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Cooper Black" panose="0208090404030B020404" pitchFamily="18" charset="0"/>
              </a:rPr>
              <a:t>Current Scenario</a:t>
            </a:r>
            <a:r>
              <a:rPr lang="en-US" sz="2400" dirty="0">
                <a:latin typeface="Cooper Black" panose="0208090404030B020404" pitchFamily="18" charset="0"/>
              </a:rPr>
              <a:t>:</a:t>
            </a:r>
            <a:br>
              <a:rPr lang="en-US" sz="2400" dirty="0">
                <a:latin typeface="Cooper Black" panose="0208090404030B020404" pitchFamily="18" charset="0"/>
              </a:rPr>
            </a:br>
            <a:r>
              <a:rPr lang="en-US" sz="2400" dirty="0">
                <a:latin typeface="Cooper Black" panose="0208090404030B020404" pitchFamily="18" charset="0"/>
              </a:rPr>
              <a:t>HTML and CSS alone cannot handle dynamic content, like user inputs, bookings and many more things.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latin typeface="Cooper Black" panose="0208090404030B0204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Cooper Black" panose="0208090404030B020404" pitchFamily="18" charset="0"/>
              </a:rPr>
              <a:t>Challenges</a:t>
            </a:r>
            <a:r>
              <a:rPr lang="en-US" sz="2400" dirty="0">
                <a:latin typeface="Cooper Black" panose="0208090404030B0204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ooper Black" panose="0208090404030B020404" pitchFamily="18" charset="0"/>
              </a:rPr>
              <a:t>Lack of functionality as compared to the modern travel websites.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ooper Black" panose="0208090404030B020404" pitchFamily="18" charset="0"/>
              </a:rPr>
              <a:t>Difficulty in tracking  the booking history.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ooper Black" panose="0208090404030B020404" pitchFamily="18" charset="0"/>
              </a:rPr>
              <a:t>No Payment Gateway Integration.</a:t>
            </a:r>
          </a:p>
          <a:p>
            <a:endParaRPr lang="en-IN" sz="2400" dirty="0">
              <a:latin typeface="Cooper Black" panose="0208090404030B020404" pitchFamily="18" charset="0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0B9B548B-9F32-36BE-61A5-C72F3EE298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496" y="-57150"/>
            <a:ext cx="1501775" cy="188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149469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5CD05-2575-BF4D-D292-5DE3E2E3C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9026" y="157316"/>
            <a:ext cx="10131425" cy="1456267"/>
          </a:xfrm>
        </p:spPr>
        <p:txBody>
          <a:bodyPr>
            <a:normAutofit/>
          </a:bodyPr>
          <a:lstStyle/>
          <a:p>
            <a:r>
              <a:rPr lang="en-IN" sz="6000" dirty="0">
                <a:latin typeface="Algerian" panose="04020705040A02060702" pitchFamily="82" charset="0"/>
              </a:rPr>
              <a:t>     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1910BC-1502-764D-B69B-B5EA477196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8594" y="2333685"/>
            <a:ext cx="1152340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Showcase Travel Packages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</a:br>
            <a:r>
              <a:rPr lang="en-US" altLang="en-US" dirty="0">
                <a:latin typeface="Cooper Black" panose="0208090404030B020404" pitchFamily="18" charset="0"/>
              </a:rPr>
              <a:t>Provide detailed information about </a:t>
            </a:r>
            <a:r>
              <a:rPr lang="en-IN" altLang="en-US" dirty="0">
                <a:latin typeface="Cooper Black" panose="0208090404030B020404" pitchFamily="18" charset="0"/>
              </a:rPr>
              <a:t>available travel package, including itineraries, costs, and included services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.</a:t>
            </a:r>
            <a:endParaRPr lang="en-US" altLang="en-US" dirty="0">
              <a:latin typeface="Cooper Black" panose="0208090404030B0204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oper Black" panose="0208090404030B0204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latin typeface="Cooper Black" panose="0208090404030B020404" pitchFamily="18" charset="0"/>
              </a:rPr>
              <a:t>Enhance User </a:t>
            </a:r>
            <a:r>
              <a:rPr lang="en-IN" altLang="en-US" b="1" dirty="0">
                <a:latin typeface="Cooper Black" panose="0208090404030B020404" pitchFamily="18" charset="0"/>
              </a:rPr>
              <a:t>Accessibility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Create a user-friendly interface that makes browsing and finding information easy, even for first-time users.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oper Black" panose="0208090404030B0204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latin typeface="Cooper Black" panose="0208090404030B020404" pitchFamily="18" charset="0"/>
              </a:rPr>
              <a:t>Promote Destinations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</a:br>
            <a:r>
              <a:rPr lang="en-US" altLang="en-US" dirty="0">
                <a:latin typeface="Cooper Black" panose="0208090404030B020404" pitchFamily="18" charset="0"/>
              </a:rPr>
              <a:t>Highlight popular and offbeat destinations with engaging visuals and descriptions to inspire travelers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oper Black" panose="0208090404030B0204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latin typeface="Cooper Black" panose="0208090404030B020404" pitchFamily="18" charset="0"/>
              </a:rPr>
              <a:t>Simplify Booking Process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</a:br>
            <a:r>
              <a:rPr lang="en-US" altLang="en-US" dirty="0">
                <a:latin typeface="Cooper Black" panose="0208090404030B020404" pitchFamily="18" charset="0"/>
              </a:rPr>
              <a:t>Provide a platform to request booking (even if just via a static from for now).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oper Black" panose="0208090404030B0204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b="1" dirty="0">
                <a:latin typeface="Cooper Black" panose="0208090404030B020404" pitchFamily="18" charset="0"/>
              </a:rPr>
              <a:t>Advertise Deals and Offers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</a:br>
            <a:r>
              <a:rPr lang="en-US" altLang="en-US" dirty="0">
                <a:latin typeface="Cooper Black" panose="0208090404030B020404" pitchFamily="18" charset="0"/>
              </a:rPr>
              <a:t>Highlight ongoing promotions  and discounts to attract more users and encourage bookings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.</a:t>
            </a:r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AF51D522-C055-C510-8480-4D4AE17A2A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498" y="-58320"/>
            <a:ext cx="1501775" cy="188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062594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10F5D-698B-50D2-46BD-F6020B98C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3561" y="447188"/>
            <a:ext cx="10571998" cy="1214464"/>
          </a:xfrm>
        </p:spPr>
        <p:txBody>
          <a:bodyPr>
            <a:normAutofit/>
          </a:bodyPr>
          <a:lstStyle/>
          <a:p>
            <a:r>
              <a:rPr lang="en-IN" sz="6000" dirty="0">
                <a:latin typeface="Algerian" panose="04020705040A02060702" pitchFamily="82" charset="0"/>
              </a:rPr>
              <a:t>     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0C99C-2C18-8F43-A31E-9FAE0B5D1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445" y="1995948"/>
            <a:ext cx="11503742" cy="4768645"/>
          </a:xfrm>
        </p:spPr>
        <p:txBody>
          <a:bodyPr>
            <a:noAutofit/>
          </a:bodyPr>
          <a:lstStyle/>
          <a:p>
            <a:endParaRPr lang="en-US" b="1" dirty="0">
              <a:latin typeface="Cooper Black" panose="0208090404030B0204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Cooper Black" panose="0208090404030B020404" pitchFamily="18" charset="0"/>
              </a:rPr>
              <a:t>Existing Systems</a:t>
            </a:r>
            <a:r>
              <a:rPr lang="en-US" dirty="0">
                <a:latin typeface="Cooper Black" panose="0208090404030B0204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ooper Black" panose="0208090404030B020404" pitchFamily="18" charset="0"/>
              </a:rPr>
              <a:t>Some websites overwhelm users with too many options ad cluttered layouts.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ooper Black" panose="0208090404030B020404" pitchFamily="18" charset="0"/>
              </a:rPr>
              <a:t>Smaller agencies often lack the technical resources to compete with larger platforms.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800" dirty="0">
              <a:latin typeface="Cooper Black" panose="0208090404030B0204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Cooper Black" panose="0208090404030B020404" pitchFamily="18" charset="0"/>
              </a:rPr>
              <a:t>Relevant Research</a:t>
            </a:r>
            <a:r>
              <a:rPr lang="en-US" dirty="0">
                <a:latin typeface="Cooper Black" panose="0208090404030B0204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ooper Black" panose="0208090404030B020404" pitchFamily="18" charset="0"/>
              </a:rPr>
              <a:t>Focus on visual appeal and simple navigation to provide an intuitive user experience.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ooper Black" panose="0208090404030B020404" pitchFamily="18" charset="0"/>
              </a:rPr>
              <a:t> Highlight unique travel packages and offers to set your site apart from competitors.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800" dirty="0">
              <a:latin typeface="Cooper Black" panose="0208090404030B0204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Cooper Black" panose="0208090404030B020404" pitchFamily="18" charset="0"/>
              </a:rPr>
              <a:t>Insights Gained</a:t>
            </a:r>
            <a:r>
              <a:rPr lang="en-US" dirty="0">
                <a:latin typeface="Cooper Black" panose="0208090404030B0204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ooper Black" panose="0208090404030B020404" pitchFamily="18" charset="0"/>
              </a:rPr>
              <a:t>Clear categorization of services(e.g. packages, destination, deals) helps users find information quickly.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ooper Black" panose="0208090404030B020404" pitchFamily="18" charset="0"/>
              </a:rPr>
              <a:t>A user-centered design improves overall satisfaction and usability.</a:t>
            </a:r>
          </a:p>
          <a:p>
            <a:pPr marL="0" indent="0">
              <a:buNone/>
            </a:pPr>
            <a:endParaRPr lang="en-IN" dirty="0">
              <a:latin typeface="Cooper Black" panose="0208090404030B020404" pitchFamily="18" charset="0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D620E6E6-89B8-DBD8-17F9-C5930C0A42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496" y="-37486"/>
            <a:ext cx="1501775" cy="188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054099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DF85D-5BC3-52B0-0AE5-D07D7D39B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2826" y="132735"/>
            <a:ext cx="10468897" cy="1456267"/>
          </a:xfrm>
        </p:spPr>
        <p:txBody>
          <a:bodyPr>
            <a:normAutofit fontScale="90000"/>
          </a:bodyPr>
          <a:lstStyle/>
          <a:p>
            <a:r>
              <a:rPr lang="en-IN" sz="6000" dirty="0">
                <a:latin typeface="Algerian" panose="04020705040A02060702" pitchFamily="82" charset="0"/>
              </a:rPr>
              <a:t>      Technical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380D2-8E6F-6AA4-3B69-68C2F88AA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143" y="1956619"/>
            <a:ext cx="11454580" cy="4689988"/>
          </a:xfrm>
        </p:spPr>
        <p:txBody>
          <a:bodyPr>
            <a:noAutofit/>
          </a:bodyPr>
          <a:lstStyle/>
          <a:p>
            <a:endParaRPr lang="en-IN" sz="1600" b="1" dirty="0">
              <a:latin typeface="Cooper Black" panose="0208090404030B0204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latin typeface="Cooper Black" panose="0208090404030B020404" pitchFamily="18" charset="0"/>
              </a:rPr>
              <a:t>Software Requirements</a:t>
            </a:r>
            <a:r>
              <a:rPr lang="en-IN" sz="1600" dirty="0">
                <a:latin typeface="Cooper Black" panose="0208090404030B0204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Cooper Black" panose="0208090404030B020404" pitchFamily="18" charset="0"/>
              </a:rPr>
              <a:t>Frontend</a:t>
            </a:r>
            <a:r>
              <a:rPr lang="en-IN" dirty="0">
                <a:latin typeface="Cooper Black" panose="0208090404030B020404" pitchFamily="18" charset="0"/>
              </a:rPr>
              <a:t>: HTML, CSS, JavaScript, Bootstrap (optional).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Cooper Black" panose="0208090404030B020404" pitchFamily="18" charset="0"/>
              </a:rPr>
              <a:t>Backend</a:t>
            </a:r>
            <a:r>
              <a:rPr lang="en-IN" dirty="0">
                <a:latin typeface="Cooper Black" panose="0208090404030B020404" pitchFamily="18" charset="0"/>
              </a:rPr>
              <a:t>: PHP/Node.js/Flask.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Cooper Black" panose="0208090404030B020404" pitchFamily="18" charset="0"/>
              </a:rPr>
              <a:t>Database</a:t>
            </a:r>
            <a:r>
              <a:rPr lang="en-IN" dirty="0">
                <a:latin typeface="Cooper Black" panose="0208090404030B020404" pitchFamily="18" charset="0"/>
              </a:rPr>
              <a:t>: MySQL or MongoDB.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Cooper Black" panose="0208090404030B020404" pitchFamily="18" charset="0"/>
              </a:rPr>
              <a:t>Web Server</a:t>
            </a:r>
            <a:r>
              <a:rPr lang="en-IN" dirty="0">
                <a:latin typeface="Cooper Black" panose="0208090404030B020404" pitchFamily="18" charset="0"/>
              </a:rPr>
              <a:t>: Apache or Node.js for hosting the backend.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>
              <a:latin typeface="Cooper Black" panose="0208090404030B0204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latin typeface="Cooper Black" panose="0208090404030B020404" pitchFamily="18" charset="0"/>
              </a:rPr>
              <a:t>Hardware Requirements</a:t>
            </a:r>
            <a:r>
              <a:rPr lang="en-IN" sz="1600" dirty="0">
                <a:latin typeface="Cooper Black" panose="0208090404030B0204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Cooper Black" panose="0208090404030B020404" pitchFamily="18" charset="0"/>
              </a:rPr>
              <a:t>Laptop/PC with at least 4GB RAM.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Cooper Black" panose="0208090404030B020404" pitchFamily="18" charset="0"/>
              </a:rPr>
              <a:t>Server for hosting the application (cloud-based or local).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>
              <a:latin typeface="Cooper Black" panose="0208090404030B0204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latin typeface="Cooper Black" panose="0208090404030B020404" pitchFamily="18" charset="0"/>
              </a:rPr>
              <a:t>Other Requirements</a:t>
            </a:r>
            <a:r>
              <a:rPr lang="en-IN" sz="1600" dirty="0">
                <a:latin typeface="Cooper Black" panose="0208090404030B0204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Cooper Black" panose="0208090404030B020404" pitchFamily="18" charset="0"/>
              </a:rPr>
              <a:t>Internet connection for accessing online resources and tools.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Cooper Black" panose="0208090404030B020404" pitchFamily="18" charset="0"/>
              </a:rPr>
              <a:t>Browser support (Chrome, Firefox, etc.).</a:t>
            </a:r>
          </a:p>
          <a:p>
            <a:endParaRPr lang="en-IN" sz="1600" dirty="0">
              <a:latin typeface="Cooper Black" panose="0208090404030B020404" pitchFamily="18" charset="0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8A17E123-0E89-48E2-B47A-145F7FD9C1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496" y="-37486"/>
            <a:ext cx="1501775" cy="188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064483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D375F-A2B2-BEAA-757F-26366A792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7117" y="137652"/>
            <a:ext cx="10131425" cy="1456267"/>
          </a:xfrm>
        </p:spPr>
        <p:txBody>
          <a:bodyPr>
            <a:normAutofit/>
          </a:bodyPr>
          <a:lstStyle/>
          <a:p>
            <a:r>
              <a:rPr lang="en-IN" sz="6000" dirty="0">
                <a:latin typeface="Algerian" panose="04020705040A02060702" pitchFamily="82" charset="0"/>
              </a:rPr>
              <a:t> Website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43A2F-7EB1-0D3A-63CE-FAEB7D006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943" y="1923299"/>
            <a:ext cx="10131425" cy="4934701"/>
          </a:xfrm>
        </p:spPr>
        <p:txBody>
          <a:bodyPr>
            <a:noAutofit/>
          </a:bodyPr>
          <a:lstStyle/>
          <a:p>
            <a:endParaRPr lang="en-US" sz="2400" b="1" dirty="0">
              <a:latin typeface="Cooper Black" panose="0208090404030B0204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Cooper Black" panose="0208090404030B020404" pitchFamily="18" charset="0"/>
              </a:rPr>
              <a:t>Home Page</a:t>
            </a:r>
            <a:r>
              <a:rPr lang="en-US" sz="2400" dirty="0">
                <a:latin typeface="Cooper Black" panose="0208090404030B020404" pitchFamily="18" charset="0"/>
              </a:rPr>
              <a:t>:</a:t>
            </a:r>
            <a:br>
              <a:rPr lang="en-US" sz="2400" dirty="0">
                <a:latin typeface="Cooper Black" panose="0208090404030B020404" pitchFamily="18" charset="0"/>
              </a:rPr>
            </a:br>
            <a:r>
              <a:rPr lang="en-US" sz="2400" dirty="0">
                <a:latin typeface="Cooper Black" panose="0208090404030B020404" pitchFamily="18" charset="0"/>
              </a:rPr>
              <a:t>Clear Navigation with simple menu and options.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Cooper Black" panose="0208090404030B020404" pitchFamily="18" charset="0"/>
              </a:rPr>
              <a:t>Upcoming Tour packages section</a:t>
            </a:r>
            <a:r>
              <a:rPr lang="en-US" sz="2400" dirty="0">
                <a:latin typeface="Cooper Black" panose="0208090404030B020404" pitchFamily="18" charset="0"/>
              </a:rPr>
              <a:t>:</a:t>
            </a:r>
            <a:br>
              <a:rPr lang="en-US" sz="2400" dirty="0">
                <a:latin typeface="Cooper Black" panose="0208090404030B020404" pitchFamily="18" charset="0"/>
              </a:rPr>
            </a:br>
            <a:r>
              <a:rPr lang="en-US" sz="2400" dirty="0">
                <a:latin typeface="Cooper Black" panose="0208090404030B020404" pitchFamily="18" charset="0"/>
              </a:rPr>
              <a:t>Display </a:t>
            </a:r>
            <a:r>
              <a:rPr lang="en-IN" sz="2400" dirty="0">
                <a:latin typeface="Cooper Black" panose="0208090404030B020404" pitchFamily="18" charset="0"/>
              </a:rPr>
              <a:t>available packages with details such as destination, duration, price, and inclusions</a:t>
            </a:r>
            <a:r>
              <a:rPr lang="en-US" sz="2400" dirty="0">
                <a:latin typeface="Cooper Black" panose="0208090404030B0204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Cooper Black" panose="0208090404030B020404" pitchFamily="18" charset="0"/>
              </a:rPr>
              <a:t>Booking Section</a:t>
            </a:r>
            <a:r>
              <a:rPr lang="en-US" sz="2400" dirty="0">
                <a:latin typeface="Cooper Black" panose="0208090404030B020404" pitchFamily="18" charset="0"/>
              </a:rPr>
              <a:t>:</a:t>
            </a:r>
            <a:br>
              <a:rPr lang="en-US" sz="2400" dirty="0">
                <a:latin typeface="Cooper Black" panose="0208090404030B020404" pitchFamily="18" charset="0"/>
              </a:rPr>
            </a:br>
            <a:r>
              <a:rPr lang="en-US" sz="2400" dirty="0">
                <a:latin typeface="Cooper Black" panose="0208090404030B020404" pitchFamily="18" charset="0"/>
              </a:rPr>
              <a:t>Allows users to request a booking or ask for additional info.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Cooper Black" panose="0208090404030B020404" pitchFamily="18" charset="0"/>
              </a:rPr>
              <a:t>ABOUT Us Page</a:t>
            </a:r>
            <a:r>
              <a:rPr lang="en-US" sz="2400" dirty="0">
                <a:latin typeface="Cooper Black" panose="0208090404030B0204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ooper Black" panose="0208090404030B020404" pitchFamily="18" charset="0"/>
              </a:rPr>
              <a:t>Agency information.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ooper Black" panose="0208090404030B020404" pitchFamily="18" charset="0"/>
              </a:rPr>
              <a:t>Contact information.</a:t>
            </a:r>
          </a:p>
          <a:p>
            <a:endParaRPr lang="en-IN" sz="2400" dirty="0">
              <a:latin typeface="Cooper Black" panose="0208090404030B020404" pitchFamily="18" charset="0"/>
            </a:endParaRP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AA873075-E57E-E074-360D-E114EA6623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496" y="-37486"/>
            <a:ext cx="1501775" cy="188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134857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9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9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900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900" decel="100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900" decel="100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DB974-5B47-958D-B191-9A9A783B1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5775" y="148839"/>
            <a:ext cx="10131425" cy="1456267"/>
          </a:xfrm>
        </p:spPr>
        <p:txBody>
          <a:bodyPr>
            <a:normAutofit/>
          </a:bodyPr>
          <a:lstStyle/>
          <a:p>
            <a:r>
              <a:rPr lang="en-IN" sz="6000" dirty="0">
                <a:latin typeface="Algerian" panose="04020705040A02060702" pitchFamily="82" charset="0"/>
              </a:rPr>
              <a:t> References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BC7A208-B58D-5D4F-D4FE-180B2E25EA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8651" y="1795266"/>
            <a:ext cx="10245497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Web Resources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  <a:hlinkClick r:id="rId2"/>
              </a:rPr>
              <a:t>MDN Web Docs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 for HTML, CSS</a:t>
            </a:r>
            <a:r>
              <a:rPr lang="en-US" altLang="en-US" sz="2800" dirty="0">
                <a:latin typeface="Cooper Black" panose="0208090404030B0204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documentation.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  <a:hlinkClick r:id="rId3"/>
              </a:rPr>
              <a:t>W3Schools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 for tutorials on web development.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800" dirty="0">
              <a:effectLst/>
              <a:latin typeface="Cooper Black" panose="0208090404030B0204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oper Black" panose="0208090404030B0204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Tools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GitHub for project management and version control.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Stack Overflow for troubleshooting coding issues.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Youtube</a:t>
            </a:r>
            <a:r>
              <a:rPr lang="en-US" altLang="en-US" sz="2800" dirty="0">
                <a:latin typeface="Cooper Black" panose="0208090404030B020404" pitchFamily="18" charset="0"/>
              </a:rPr>
              <a:t> for video tutorials and hands-on learning</a:t>
            </a:r>
            <a:r>
              <a:rPr lang="en-US" sz="2800" dirty="0"/>
              <a:t>.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oper Black" panose="0208090404030B020404" pitchFamily="18" charset="0"/>
              </a:rPr>
              <a:t>          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0E62CA37-BA7C-5333-EB70-4D41E71810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496" y="-37486"/>
            <a:ext cx="1501775" cy="188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169994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10F5D-698B-50D2-46BD-F6020B98C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161" y="501445"/>
            <a:ext cx="10831391" cy="1122670"/>
          </a:xfrm>
        </p:spPr>
        <p:txBody>
          <a:bodyPr>
            <a:normAutofit/>
          </a:bodyPr>
          <a:lstStyle/>
          <a:p>
            <a:r>
              <a:rPr lang="en-IN" sz="6000" dirty="0">
                <a:latin typeface="Algerian" panose="04020705040A02060702" pitchFamily="82" charset="0"/>
              </a:rPr>
              <a:t>      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0C99C-2C18-8F43-A31E-9FAE0B5D1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445" y="1995948"/>
            <a:ext cx="11503742" cy="4768645"/>
          </a:xfrm>
        </p:spPr>
        <p:txBody>
          <a:bodyPr>
            <a:noAutofit/>
          </a:bodyPr>
          <a:lstStyle/>
          <a:p>
            <a:endParaRPr lang="en-US" b="1" dirty="0">
              <a:latin typeface="Cooper Black" panose="0208090404030B0204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Cooper Black" panose="0208090404030B020404" pitchFamily="18" charset="0"/>
              </a:rPr>
              <a:t>Dynamic Booking System:</a:t>
            </a:r>
            <a:endParaRPr lang="en-US" dirty="0">
              <a:latin typeface="Cooper Black" panose="0208090404030B0204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ooper Black" panose="0208090404030B020404" pitchFamily="18" charset="0"/>
              </a:rPr>
              <a:t>Implement an integrated booking system that allows users to book tours directly from the website. Users can select dates, package options, and make payments online.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800" dirty="0">
              <a:latin typeface="Cooper Black" panose="0208090404030B0204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Cooper Black" panose="0208090404030B020404" pitchFamily="18" charset="0"/>
              </a:rPr>
              <a:t>Advanced Search and Filtering options:</a:t>
            </a:r>
            <a:endParaRPr lang="en-US" dirty="0">
              <a:latin typeface="Cooper Black" panose="0208090404030B0204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ooper Black" panose="0208090404030B020404" pitchFamily="18" charset="0"/>
              </a:rPr>
              <a:t>Add advanced search filters that allow users to refine their tour packages based on destinations, budget, travel type(e.g. family, adventure, honeymoon), and more 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800" dirty="0">
              <a:latin typeface="Cooper Black" panose="0208090404030B0204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Cooper Black" panose="0208090404030B020404" pitchFamily="18" charset="0"/>
              </a:rPr>
              <a:t>Integration of a Mobile Based Application:</a:t>
            </a:r>
            <a:endParaRPr lang="en-US" dirty="0">
              <a:latin typeface="Cooper Black" panose="0208090404030B0204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ooper Black" panose="0208090404030B020404" pitchFamily="18" charset="0"/>
              </a:rPr>
              <a:t>Extending this web application to mobile devices for easier access.</a:t>
            </a:r>
          </a:p>
          <a:p>
            <a:pPr marL="0" indent="0">
              <a:buNone/>
            </a:pPr>
            <a:endParaRPr lang="en-IN" dirty="0">
              <a:latin typeface="Cooper Black" panose="0208090404030B020404" pitchFamily="18" charset="0"/>
            </a:endParaRP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3CEF4AF9-877D-3507-41F8-2C22381C19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496" y="-37486"/>
            <a:ext cx="1501775" cy="188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75973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08FD9-AE51-7AC5-E8ED-F999276D1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23999"/>
            <a:ext cx="12192000" cy="4109885"/>
          </a:xfrm>
        </p:spPr>
        <p:txBody>
          <a:bodyPr>
            <a:noAutofit/>
          </a:bodyPr>
          <a:lstStyle/>
          <a:p>
            <a:pPr algn="ctr"/>
            <a:r>
              <a:rPr lang="en-US" sz="9600" dirty="0">
                <a:latin typeface="Algerian" panose="04020705040A02060702" pitchFamily="82" charset="0"/>
              </a:rPr>
              <a:t>Thank you</a:t>
            </a:r>
            <a:endParaRPr lang="en-IN" sz="9600" dirty="0">
              <a:latin typeface="Algerian" panose="04020705040A02060702" pitchFamily="82" charset="0"/>
            </a:endParaRPr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0B48FEA8-4E46-6B11-5963-54F1D95399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496" y="-37486"/>
            <a:ext cx="1501775" cy="188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56480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74FBE600C4EBB42AA3B77AB5C39CE71" ma:contentTypeVersion="5" ma:contentTypeDescription="Create a new document." ma:contentTypeScope="" ma:versionID="d37259560e4e2bd2b4e74574def909f2">
  <xsd:schema xmlns:xsd="http://www.w3.org/2001/XMLSchema" xmlns:xs="http://www.w3.org/2001/XMLSchema" xmlns:p="http://schemas.microsoft.com/office/2006/metadata/properties" xmlns:ns3="b378a60d-6c27-42a6-b481-5df9bff8fcbc" targetNamespace="http://schemas.microsoft.com/office/2006/metadata/properties" ma:root="true" ma:fieldsID="80c9f2ebafd95f4ce0d93403ffec8653" ns3:_="">
    <xsd:import namespace="b378a60d-6c27-42a6-b481-5df9bff8fcb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78a60d-6c27-42a6-b481-5df9bff8fcb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6EAE85F-CA8A-4A44-8582-D989EB7FB7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378a60d-6c27-42a6-b481-5df9bff8fc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1AEACFD-F054-44D3-AA9E-77C1768B80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E153388-2E71-4B72-80A8-E70FD5F3645B}">
  <ds:schemaRefs>
    <ds:schemaRef ds:uri="http://purl.org/dc/terms/"/>
    <ds:schemaRef ds:uri="http://schemas.microsoft.com/office/2006/documentManagement/types"/>
    <ds:schemaRef ds:uri="http://www.w3.org/XML/1998/namespace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b378a60d-6c27-42a6-b481-5df9bff8fcbc"/>
    <ds:schemaRef ds:uri="http://schemas.microsoft.com/office/2006/metadata/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504</TotalTime>
  <Words>701</Words>
  <Application>Microsoft Office PowerPoint</Application>
  <PresentationFormat>Widescreen</PresentationFormat>
  <Paragraphs>104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Algerian</vt:lpstr>
      <vt:lpstr>Arial</vt:lpstr>
      <vt:lpstr>Century Gothic</vt:lpstr>
      <vt:lpstr>Cooper Black</vt:lpstr>
      <vt:lpstr>Times New Roman</vt:lpstr>
      <vt:lpstr>Wingdings 2</vt:lpstr>
      <vt:lpstr>Quotable</vt:lpstr>
      <vt:lpstr>ABES Engineering College, Ghaziabad Department of Information Technology  </vt:lpstr>
      <vt:lpstr>  Contents</vt:lpstr>
      <vt:lpstr>PowerPoint Presentation</vt:lpstr>
      <vt:lpstr>       Abstract</vt:lpstr>
      <vt:lpstr>     Problem Statement</vt:lpstr>
      <vt:lpstr>     Objectives</vt:lpstr>
      <vt:lpstr>     Literature Survey</vt:lpstr>
      <vt:lpstr>      Technical Requirements</vt:lpstr>
      <vt:lpstr> Website Features</vt:lpstr>
      <vt:lpstr> References</vt:lpstr>
      <vt:lpstr>      Future enhancements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NARAYAN DEV</dc:creator>
  <cp:lastModifiedBy>Vineet Kumar</cp:lastModifiedBy>
  <cp:revision>8</cp:revision>
  <dcterms:created xsi:type="dcterms:W3CDTF">2024-10-03T16:33:40Z</dcterms:created>
  <dcterms:modified xsi:type="dcterms:W3CDTF">2024-12-23T18:37:50Z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0x010100274FBE600C4EBB42AA3B77AB5C39CE71</vt:lpwstr>
  </property>
</Properties>
</file>